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loque 2 · Técnicas y herramientas" id="{70d540af-04aa-29b7-8320-dfbb98cd1af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0,5 min. Eduardo explicó qué prototipar y cuánto detalle. Ahora vemos cómo. Primero las técnicas, luego las herramientas y al final por qué elegimos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1 min. Estas cinco técnicas cubren casi todo. No son excluyentes: se pueden combinar. Vamos una por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1 min. Es la técnica más rápida. Excelente al inicio. No sirve para probar estados como el cargando.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1 min. Es lo que hacen Figma o Penpot cuando conectas pantallas. Útil para flujos, limitado para estados.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1 min. Muy relevante para nuestro tema porque la IA es la parte difícil de construir. Nosotros la simulamos con código, pero la idea es la misma.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1 min. Sirve para comunicar al equipo y al cliente por qué existe la función, antes de dibujar pantallas.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1 min. Es la técnica que escogimos. Cuesta más armarlo, pero las pruebas son más fieles.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1 min. Vista rápida. Las filas son criterios, no hay ganador absoluto. La clave es elegir según la pregunta de la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1,5 min. No necesitas aprenderlas todas. Excalidraw y papel para bocetos. Balsamiq para wireframes de baja fidelidad. Figma y Penpot para diseño con conexiones entre pantallas. Axure para lógica condicional avanzada. HTML cuando necesitas comportamiento real. No mencionamos precios porque cambian.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1 min. Antes de abrir cualquier herramienta, responde estas cuatro preguntas. Si no puedes responder la primera, todavía no hay prototipo que hacer.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1,5 min. Respondimos las cuatro preguntas. Queremos saber si Ana se recupera de un fallo de la IA, y eso exige un estado de error real. Además queremos versionar con git y compartir con un enlace. Pagamos el costo de programarlo. Si el docente lo pide, el mismo flujo se puede re-crear en Figma.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1,5 min. Tres archivos sin dependencias. No necesita instalar nada: se abre con doble clic. La navegación es por hash, como #/asistente. La IA es una función que devuelve borradores según palabras clave, con una espera de unos dos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1 min. Cierra con las tres ideas y pasa a Juan. Las preguntas 5 a 7 del Kahoot salen de este bloque.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3_TITUL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731520"/>
            <a:ext cx="3840480" cy="38404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2926080"/>
            <a:ext cx="2743200" cy="2743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3_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Grupo 3 · IHC · APE 4 Fase 2 · Prototipado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y herramientas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Bloque 2 · Cómo se hace un prototipo y con qué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Erick López · Jueves 22/10/2026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técnicas de prototipado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31520" y="1463040"/>
            <a:ext cx="914400" cy="9144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365760" cy="365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Papel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2377440" y="146304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737360"/>
            <a:ext cx="365760" cy="3657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10312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Clic a clic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4023360" y="1463040"/>
            <a:ext cx="914400" cy="9144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73736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74904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Mago de Oz</a:t>
            </a:r>
            <a:endParaRPr lang="en-US" sz="1800" dirty="0"/>
          </a:p>
        </p:txBody>
      </p:sp>
      <p:sp>
        <p:nvSpPr>
          <p:cNvPr id="13" name="Shape 7"/>
          <p:cNvSpPr/>
          <p:nvPr/>
        </p:nvSpPr>
        <p:spPr>
          <a:xfrm>
            <a:off x="5669280" y="14630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737360"/>
            <a:ext cx="365760" cy="36576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39496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Storyboard</a:t>
            </a:r>
            <a:endParaRPr lang="en-US" sz="1800" dirty="0"/>
          </a:p>
        </p:txBody>
      </p:sp>
      <p:sp>
        <p:nvSpPr>
          <p:cNvPr id="16" name="Shape 9"/>
          <p:cNvSpPr/>
          <p:nvPr/>
        </p:nvSpPr>
        <p:spPr>
          <a:xfrm>
            <a:off x="7315200" y="14630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737360"/>
            <a:ext cx="365760" cy="36576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04088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Código</a:t>
            </a:r>
            <a:endParaRPr lang="en-US" sz="1800" dirty="0"/>
          </a:p>
        </p:txBody>
      </p:sp>
      <p:sp>
        <p:nvSpPr>
          <p:cNvPr id="19" name="Text 11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Cada una responde una pregunta distinta y cuesta distinto en tiempo.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 en papel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72184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Qué es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659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Pantallas dibujadas a mano o en pizarra. Una persona mueve las hojas según lo que toque la otra.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324612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429000" y="13716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4721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336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Cuándo sirve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19659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Primeras ideas. Cambia en segundos y cualquiera puede hacerlo.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03504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17920" y="13716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47218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1228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Límite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217920" y="19659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muestra tiempos, errores ni diseño real.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 a clic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72184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Qué es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659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Imágenes de pantallas con zonas clicables que llevan a otra pantalla.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324612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429000" y="13716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4721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336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Cuándo sirve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19659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Probar la navegación y el recorrido entre pantallas.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03504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17920" y="13716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47218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1228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Límite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217920" y="19659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Todo es fijo: no hay datos que cambien ni errores reales.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Mago de Oz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72184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Qué es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659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Una persona detrás simula las respuestas del sistema sin que el participante lo note.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324612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429000" y="13716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4721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336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Cuándo sirve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19659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Funciones que aún no existen, como una IA o un reconocimiento de voz.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03504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17920" y="13716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47218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1228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Límite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217920" y="19659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Requiere ensayo y una persona activa durante toda la prueba.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Storyboard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72184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Qué es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659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Viñetas que cuentan una situación de uso, del problema a la solución.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324612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429000" y="13716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4721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336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Cuándo sirve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19659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Explicar el contexto: quién, dónde y para qué lo usa.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03504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17920" y="13716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47218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1228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Límite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217920" y="19659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permite probar la interfaz, solo la idea.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 en código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72184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Qué es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659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Pantallas hechas con HTML, CSS y JavaScript que reaccionan de verdad.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324612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429000" y="13716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4721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336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Cuándo sirve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19659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Probar estados, tiempos, errores y accesibilidad.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03504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17920" y="13716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47218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1228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Límite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217920" y="19659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Más tiempo de armado y requiere saber programar.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de técnicas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280160"/>
                <a:gridCol w="1280160"/>
                <a:gridCol w="1234440"/>
                <a:gridCol w="1234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Papel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Clic a clic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Mago de Oz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Storyboard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Código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Velocidad de armado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Muy alta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Baja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Realismo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Bajo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Alto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Bajo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Alto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Costo de cambiar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Muy bajo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Bajo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Bajo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Prueba estados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Poco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Requiere programar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veces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más usadas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  <a:gridCol w="1645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Herramienta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Para qué destaca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Fidelidad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Papel o Excalidraw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Bocetos rápidos y colaborativos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Baja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Balsamiq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Wireframes con estilo de boceto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Baja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Figma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Diseño colaborativo y conexiones entre pantallas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Media y alta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Penpot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Alternativa abierta, basada en estándares web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Media y alta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Axure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Lógica condicional y variables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HTML, CSS y JS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Comportamiento y estados reales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elegir con cuatro preguntas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72184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325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¿Qué quiero saber?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65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pregunta de la prueba manda.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4721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1325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¿Quién lo va a probar?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846320" y="1965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Compañeros, usuarios reales o el equipo.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16382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 ¿Cuánto tiempo hay?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Papel en una hora, código en días.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846320" y="30632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163824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40680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4. ¿Necesito estados o datos?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4846320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hay carga y errores, mejor código.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elegimos HTML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A favor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64592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 versiona en git con el resto del proyecto.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 comparte con un enlace, sin cuentas.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Tiene cargando, error y éxito de verdad.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Registra clics y tiempos para la prueba.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 revisa con herramientas de accesibilidad.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En contra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6459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Más lento que dibujar.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se edita con arrastrar y soltar.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Exige saber programar.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33832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Aceptamos el costo porque la pregunta lo exige.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está armado nuestro prototipo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72184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index.html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65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Estructura: menú, contenido principal y avisos.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91840" y="118872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4721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6908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estilos.css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474720" y="1965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Colores de la app real y estados de botones.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126480" y="118872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47218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03720" y="1325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app.js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309360" y="1965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Navegación, IA simulada y registro de la prueba.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Rutas con hash: #/observaciones, #/asistente, #/borradores.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Modo observador con F2 para registrar la prueba.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llevarse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6002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3258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Cinco técnicas: papel, clic a clic, Mago de Oz, storyboard y código.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13258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herramienta se elige con la pregunta de la prueba, no al revés.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29184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0175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Elegimos HTML porque necesitamos estados reales y versionado.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46320" y="329184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4632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5760720" y="30175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Siguiente: del wireframe al prototipo y la prueba en vivo.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totipado G3">
  <a:themeElements>
    <a:clrScheme name="Prototipado G3">
      <a:dk1>
        <a:srgbClr val="0F1B33"/>
      </a:dk1>
      <a:lt1>
        <a:srgbClr val="FFFFFF"/>
      </a:lt1>
      <a:dk2>
        <a:srgbClr val="1F3864"/>
      </a:dk2>
      <a:lt2>
        <a:srgbClr val="EEF2FA"/>
      </a:lt2>
      <a:accent1>
        <a:srgbClr val="F26B1D"/>
      </a:accent1>
      <a:accent2>
        <a:srgbClr val="2563EB"/>
      </a:accent2>
      <a:accent3>
        <a:srgbClr val="15803D"/>
      </a:accent3>
      <a:accent4>
        <a:srgbClr val="B91C1C"/>
      </a:accent4>
      <a:accent5>
        <a:srgbClr val="B45309"/>
      </a:accent5>
      <a:accent6>
        <a:srgbClr val="5B6B8C"/>
      </a:accent6>
      <a:hlink>
        <a:srgbClr val="2563EB"/>
      </a:hlink>
      <a:folHlink>
        <a:srgbClr val="5B6B8C"/>
      </a:folHlink>
    </a:clrScheme>
    <a:fontScheme name="Prototipado G3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Grupo 3 · IHC · UTA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Bloque 2 · Técnicas y herramientas</dc:title>
  <dc:subject>PptxGenJS Presentation</dc:subject>
  <dc:creator>Erick López</dc:creator>
  <cp:lastModifiedBy>Erick López</cp:lastModifiedBy>
  <cp:revision>1</cp:revision>
  <dcterms:created xsi:type="dcterms:W3CDTF">2026-10-21T23:57:58Z</dcterms:created>
  <dcterms:modified xsi:type="dcterms:W3CDTF">2026-10-21T23:57:58Z</dcterms:modified>
</cp:coreProperties>
</file>