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5329a2ce-3222-408e-f676-84766053e4d4}">
          <p14:sldIdLst>
            <p14:sldId id="256"/>
            <p14:sldId id="257"/>
            <p14:sldId id="258"/>
            <p14:sldId id="259"/>
          </p14:sldIdLst>
        </p14:section>
        <p14:section name="Cierre" id="{818d2d34-267d-fbd9-b7a9-9af865ff1a8f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1 min. Saluda, presenta al grupo y di el tema. Frase sugerida: hoy convertimos los wireframes que hicimos en la Fase 1 en algo que se puede clicar, y lo probamos con ustedes.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1 min. En la Fase 1 trabajamos en papel digital: requisitos, sitemap, navegación, user flow, componentes y dos wireframes del Asistente IA. En la Fase 2 damos el paso siguiente: prototipo, prueba y corrección. Es el mismo proyecto, el Usability Test Dashboard 2.0.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1 min. Estas son las cuatro evidencias que pide el APE 4. Hoy mostramos la primera y arrancamos la segunda en vivo. El martes cerramos la tercera y la cuarta con datos reales de la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1 min. Jueves son 50 minutos y martes otros 50, en total una hora cuarenta. Cada compañero expone en las dos sesiones y el Kahoot cierra cada día, uno por cada mitad.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8 min. Proyecta el Kahoot del jueves, 10 preguntas: 4 de Eduardo, 3 de Erick y 3 de Juan. Entre pregunta y pregunta, el expositor correspondiente explica en una frase por qué la respuesta es esa. Al final, avisa que el martes hay otro Kahoot con la segunda mitad.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3_TITUL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731520"/>
            <a:ext cx="3840480" cy="38404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2926080"/>
            <a:ext cx="2743200" cy="2743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3_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Grupo 3 · IHC · APE 4 Fase 2 · Prototipado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y herramientas de prototipado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APE 4 · Fase 2 de 2 · Del wireframe al prototipo navegable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Jueves 22/10/2026 · Grupo 3 · Paralelo B · Interacción Humano-Computador · UTA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dónde venimos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FASE 1 · ya hecho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14630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Requisitos R1 a R6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121408" y="146304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67128" y="14630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Sitemap y navegación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785616" y="146304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831336" y="14630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User flow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49824" y="146304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95544" y="14630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Componentes y estados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114032" y="146304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59752" y="14630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Wireframes lo-fi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FASE 2 · lo de hoy y del martes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2926080"/>
            <a:ext cx="196596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29260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Prototipo navegable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2542032" y="2926080"/>
            <a:ext cx="196596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587752" y="29260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Prueba cognitiva con pares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626864" y="2926080"/>
            <a:ext cx="196596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672584" y="29260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Hallazgos y severidad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711696" y="2926080"/>
            <a:ext cx="196596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57416" y="29260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Versión corregida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Misma función, el Asistente IA de observaciones. Pasamos de cajas grises a algo que responde al clic.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entregar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72184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325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Prototipo navegable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HTML clicable del Asistente IA con estados reales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Jueves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47218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40680" y="1325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Registro de prueba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Prueba cognitiva rápida con pares y su bitácora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Jueves y martes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25526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34440" y="3108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Versión corregida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3749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Prototipo v2 con los hallazgos arreglados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Martes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255264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440680" y="3108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Conclusiones APE 4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4846320" y="3749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Qué aprendimos de prototipar y probar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las dos sesiones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Jueves 22/10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Min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Quién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Apertura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Mauricio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Fundamentos del prototipado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Eduardo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Técnicas y herramientas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Erick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Del wireframe al prototipo y prueba en vivo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Juan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Kahoot 1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Mauricio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Martes 27/10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Quién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Estados y microinteracciones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Erick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Resultados de la prueba y versión 2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Juan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Criterios de elección y conclusiones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Eduardo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Kahoot 2 y cierre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Mauricio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4663440" y="36576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Cada día cuenta con una mitad del tema y su Kahoot.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Kahoot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10 preguntas · 8 minutos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Entra desde el celular a kahoot.it y escribe el PIN que aparece en pantalla.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</a:rPr>
              <a:t>Usa un apodo para jugar. Gana quien responda bien y rápido.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totipado G3">
  <a:themeElements>
    <a:clrScheme name="Prototipado G3">
      <a:dk1>
        <a:srgbClr val="0F1B33"/>
      </a:dk1>
      <a:lt1>
        <a:srgbClr val="FFFFFF"/>
      </a:lt1>
      <a:dk2>
        <a:srgbClr val="1F3864"/>
      </a:dk2>
      <a:lt2>
        <a:srgbClr val="EEF2FA"/>
      </a:lt2>
      <a:accent1>
        <a:srgbClr val="F26B1D"/>
      </a:accent1>
      <a:accent2>
        <a:srgbClr val="2563EB"/>
      </a:accent2>
      <a:accent3>
        <a:srgbClr val="15803D"/>
      </a:accent3>
      <a:accent4>
        <a:srgbClr val="B91C1C"/>
      </a:accent4>
      <a:accent5>
        <a:srgbClr val="B45309"/>
      </a:accent5>
      <a:accent6>
        <a:srgbClr val="5B6B8C"/>
      </a:accent6>
      <a:hlink>
        <a:srgbClr val="2563EB"/>
      </a:hlink>
      <a:folHlink>
        <a:srgbClr val="5B6B8C"/>
      </a:folHlink>
    </a:clrScheme>
    <a:fontScheme name="Prototipado G3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Grupo 3 · IHC · UTA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Apertura y cierre</dc:title>
  <dc:subject>PptxGenJS Presentation</dc:subject>
  <dc:creator>Mauricio Guevara</dc:creator>
  <cp:lastModifiedBy>Mauricio Guevara</cp:lastModifiedBy>
  <cp:revision>1</cp:revision>
  <dcterms:created xsi:type="dcterms:W3CDTF">2026-10-21T23:57:58Z</dcterms:created>
  <dcterms:modified xsi:type="dcterms:W3CDTF">2026-10-21T23:57:58Z</dcterms:modified>
</cp:coreProperties>
</file>